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771922871a4cba" /><Relationship Type="http://schemas.openxmlformats.org/officeDocument/2006/relationships/extended-properties" Target="/docProps/app.xml" Id="R4355af3595364cc9" /><Relationship Type="http://schemas.openxmlformats.org/officeDocument/2006/relationships/officeDocument" Target="/ppt/presentation.xml" Id="Rd190ec3d49024a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6d2c4518d24d58"/>
  </p:sldMasterIdLst>
  <p:notesMasterIdLst>
    <p:notesMasterId xmlns:r="http://schemas.openxmlformats.org/officeDocument/2006/relationships" r:id="R13e0c8dcf4064f4d"/>
  </p:notesMasterIdLst>
  <p:sldIdLst>
    <p:sldId xmlns:r="http://schemas.openxmlformats.org/officeDocument/2006/relationships" id="256" r:id="R1398552637eb4091"/>
    <p:sldId xmlns:r="http://schemas.openxmlformats.org/officeDocument/2006/relationships" id="257" r:id="R2909132a8e634780"/>
    <p:sldId xmlns:r="http://schemas.openxmlformats.org/officeDocument/2006/relationships" id="258" r:id="R850715ee17c2476a"/>
    <p:sldId xmlns:r="http://schemas.openxmlformats.org/officeDocument/2006/relationships" id="259" r:id="R2532da25f02c4742"/>
    <p:sldId xmlns:r="http://schemas.openxmlformats.org/officeDocument/2006/relationships" id="260" r:id="R927ab7d453f5494b"/>
    <p:sldId xmlns:r="http://schemas.openxmlformats.org/officeDocument/2006/relationships" id="261" r:id="R5e46df25039c41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c6907a111e44cb" /><Relationship Type="http://schemas.openxmlformats.org/officeDocument/2006/relationships/slideMaster" Target="/ppt/slideMasters/slideMaster1.xml" Id="R756d2c4518d24d58" /><Relationship Type="http://schemas.openxmlformats.org/officeDocument/2006/relationships/notesMaster" Target="/ppt/notesMasters/notesMaster1.xml" Id="R13e0c8dcf4064f4d" /><Relationship Type="http://schemas.openxmlformats.org/officeDocument/2006/relationships/presProps" Target="/ppt/presProps.xml" Id="Rf79f088301994c41" /><Relationship Type="http://schemas.openxmlformats.org/officeDocument/2006/relationships/tableStyles" Target="/ppt/tableStyles.xml" Id="R706f538149b143ae" /><Relationship Type="http://schemas.openxmlformats.org/officeDocument/2006/relationships/slide" Target="/ppt/slides/slide1.xml" Id="R1398552637eb4091" /><Relationship Type="http://schemas.openxmlformats.org/officeDocument/2006/relationships/slide" Target="/ppt/slides/slide2.xml" Id="R2909132a8e634780" /><Relationship Type="http://schemas.openxmlformats.org/officeDocument/2006/relationships/slide" Target="/ppt/slides/slide3.xml" Id="R850715ee17c2476a" /><Relationship Type="http://schemas.openxmlformats.org/officeDocument/2006/relationships/slide" Target="/ppt/slides/slide4.xml" Id="R2532da25f02c4742" /><Relationship Type="http://schemas.openxmlformats.org/officeDocument/2006/relationships/slide" Target="/ppt/slides/slide5.xml" Id="R927ab7d453f5494b" /><Relationship Type="http://schemas.openxmlformats.org/officeDocument/2006/relationships/slide" Target="/ppt/slides/slide6.xml" Id="R5e46df25039c41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67c0203c0d4d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d8c09e652d43d0" /><Relationship Type="http://schemas.openxmlformats.org/officeDocument/2006/relationships/notesMaster" Target="/ppt/notesMasters/notesMaster1.xml" Id="R3beb4a252d9546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c16afdc0a64d5b" /><Relationship Type="http://schemas.openxmlformats.org/officeDocument/2006/relationships/notesMaster" Target="/ppt/notesMasters/notesMaster1.xml" Id="Rabd6d501c7f94b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3739dec7b241a4" /><Relationship Type="http://schemas.openxmlformats.org/officeDocument/2006/relationships/notesMaster" Target="/ppt/notesMasters/notesMaster1.xml" Id="R170b5070da5c4c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5b2f66f1ab4b23" /><Relationship Type="http://schemas.openxmlformats.org/officeDocument/2006/relationships/notesMaster" Target="/ppt/notesMasters/notesMaster1.xml" Id="R05d11845b24d4b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e44cb177124504" /><Relationship Type="http://schemas.openxmlformats.org/officeDocument/2006/relationships/notesMaster" Target="/ppt/notesMasters/notesMaster1.xml" Id="Rce5730c77f6b4c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afb983ebe9422f" /><Relationship Type="http://schemas.openxmlformats.org/officeDocument/2006/relationships/notesMaster" Target="/ppt/notesMasters/notesMaster1.xml" Id="R6a778d9524ae4e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ba8460fcc41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74d251a2640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35393f42e49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f215a46f948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21cc60ffc4d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a7af0052749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32FD9C-D75D-4C31-83EE-69746CB91A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0353D28-693C-40D7-9885-34373A5125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DB8BE3-1D9E-4CCB-B069-DFCD4453AB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BF61CC-9B6A-4A97-9044-B165B8C2F7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B65510-A5AA-4789-B74C-67A9D30F4D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709937-0DA5-426B-BF98-D1A9466173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6ED307-67D2-4466-83E5-93A10C2586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E53D48-BB5F-4B6E-B93A-1B4680BCED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2F9BEC-C185-42BD-A59D-1F6F0DBBE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C615CF-D234-451A-9A39-04B81435AE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4c86fd0cb4028" /><Relationship Type="http://schemas.openxmlformats.org/officeDocument/2006/relationships/slideLayout" Target="/ppt/slideLayouts/slideLayout1.xml" Id="R11338576538a401b" /><Relationship Type="http://schemas.openxmlformats.org/officeDocument/2006/relationships/slideLayout" Target="/ppt/slideLayouts/slideLayout2.xml" Id="Rb08a56ccbe544350" /><Relationship Type="http://schemas.openxmlformats.org/officeDocument/2006/relationships/slideLayout" Target="/ppt/slideLayouts/slideLayout3.xml" Id="R6ff5d78b2b4642f2" /><Relationship Type="http://schemas.openxmlformats.org/officeDocument/2006/relationships/slideLayout" Target="/ppt/slideLayouts/slideLayout4.xml" Id="Rdfc62c2e80674bbf" /><Relationship Type="http://schemas.openxmlformats.org/officeDocument/2006/relationships/slideLayout" Target="/ppt/slideLayouts/slideLayout5.xml" Id="R9a115ec371744f81" /><Relationship Type="http://schemas.openxmlformats.org/officeDocument/2006/relationships/slideLayout" Target="/ppt/slideLayouts/slideLayout6.xml" Id="R7dc800bc86214b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338576538a401b"/>
    <p:sldLayoutId xmlns:r="http://schemas.openxmlformats.org/officeDocument/2006/relationships" id="2147483650" r:id="Rb08a56ccbe544350"/>
    <p:sldLayoutId xmlns:r="http://schemas.openxmlformats.org/officeDocument/2006/relationships" id="2147483651" r:id="R6ff5d78b2b4642f2"/>
    <p:sldLayoutId xmlns:r="http://schemas.openxmlformats.org/officeDocument/2006/relationships" id="2147483652" r:id="Rdfc62c2e80674bbf"/>
    <p:sldLayoutId xmlns:r="http://schemas.openxmlformats.org/officeDocument/2006/relationships" id="2147483653" r:id="R9a115ec371744f81"/>
    <p:sldLayoutId xmlns:r="http://schemas.openxmlformats.org/officeDocument/2006/relationships" id="2147483654" r:id="R7dc800bc86214b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9238750144669" /><Relationship Type="http://schemas.openxmlformats.org/officeDocument/2006/relationships/notesSlide" Target="/ppt/notesSlides/notesSlide1.xml" Id="R370746c31d7e4e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e00ff1948f46de" /><Relationship Type="http://schemas.openxmlformats.org/officeDocument/2006/relationships/notesSlide" Target="/ppt/notesSlides/notesSlide2.xml" Id="R98bba2e3864549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d9fe5be4b747b7" /><Relationship Type="http://schemas.openxmlformats.org/officeDocument/2006/relationships/notesSlide" Target="/ppt/notesSlides/notesSlide3.xml" Id="R8431a46683c049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f70a9e3ab43c0" /><Relationship Type="http://schemas.openxmlformats.org/officeDocument/2006/relationships/notesSlide" Target="/ppt/notesSlides/notesSlide4.xml" Id="Rc6fb9141c25d47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dce1f6a8d94c3a" /><Relationship Type="http://schemas.openxmlformats.org/officeDocument/2006/relationships/notesSlide" Target="/ppt/notesSlides/notesSlide5.xml" Id="Rd6e5a91ac1e747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401935fb5451e" /><Relationship Type="http://schemas.openxmlformats.org/officeDocument/2006/relationships/notesSlide" Target="/ppt/notesSlides/notesSlide6.xml" Id="Rd47a1021d93c4a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98519-1BC3-4FFB-9369-06C3F88D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DE8B8"/>
                </a:solidFill>
                <a:latin typeface="Arial"/>
                <a:ea typeface="Arial"/>
                <a:cs typeface="Arial"/>
              </a:rPr>
              <a:t>SAMPLE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D9816-6180-477A-9DAE-E00932C8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2E7"/>
                </a:solidFill>
                <a:latin typeface="Arial"/>
                <a:ea typeface="Arial"/>
                <a:cs typeface="Arial"/>
              </a:rPr>
              <a:t>Meeting notes → reviewed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AAA27-2143-4849-9863-C4A71AB9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7E4DA"/>
                </a:solidFill>
                <a:latin typeface="Arial"/>
                <a:ea typeface="Arial"/>
                <a:cs typeface="Arial"/>
              </a:rPr>
              <a:t>A small pilot for clearer decisions and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2055948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2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46886-F424-4FF2-A1A6-EA2D78D0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DE8B8"/>
                </a:solidFill>
                <a:latin typeface="Arial"/>
                <a:ea typeface="Arial"/>
                <a:cs typeface="Arial"/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49550-8E9A-410B-B9F8-ADF96369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2E7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D745C-01AD-4B80-80D0-31001A2F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7E4DA"/>
                </a:solidFill>
                <a:latin typeface="Arial"/>
                <a:ea typeface="Arial"/>
                <a:cs typeface="Arial"/>
              </a:rPr>
              <a:t>Decisions and responsibilities can become unclear after a meeting.</a:t>
            </a:r>
          </a:p>
        </p:txBody>
      </p:sp>
    </p:spTree>
    <p:extLst>
      <p:ext uri="{BB962C8B-B14F-4D97-AF65-F5344CB8AC3E}">
        <p14:creationId xmlns:p14="http://schemas.microsoft.com/office/powerpoint/2010/main" val="2062575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2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30BBC-9D62-481C-B908-2EF2B6A0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DE8B8"/>
                </a:solidFill>
                <a:latin typeface="Arial"/>
                <a:ea typeface="Arial"/>
                <a:cs typeface="Arial"/>
              </a:rPr>
              <a:t>02 /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C3861-584D-4109-8215-9BB7FF02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2E7"/>
                </a:solidFill>
                <a:latin typeface="Arial"/>
                <a:ea typeface="Arial"/>
                <a:cs typeface="Arial"/>
              </a:rPr>
              <a:t>The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7E3C1-DD3D-4F3A-967E-039F066F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7E4DA"/>
                </a:solidFill>
                <a:latin typeface="Arial"/>
                <a:ea typeface="Arial"/>
                <a:cs typeface="Arial"/>
              </a:rPr>
              <a:t>Draft the action list. Review owners and deadlines. Hand off the checked result.</a:t>
            </a:r>
          </a:p>
        </p:txBody>
      </p:sp>
    </p:spTree>
    <p:extLst>
      <p:ext uri="{BB962C8B-B14F-4D97-AF65-F5344CB8AC3E}">
        <p14:creationId xmlns:p14="http://schemas.microsoft.com/office/powerpoint/2010/main" val="653636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2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0CA58-A709-4CC4-AF69-24EC3A97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DE8B8"/>
                </a:solidFill>
                <a:latin typeface="Arial"/>
                <a:ea typeface="Arial"/>
                <a:cs typeface="Arial"/>
              </a:rPr>
              <a:t>03 /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C91F9-3672-4CE7-9371-D84C2BB3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2E7"/>
                </a:solidFill>
                <a:latin typeface="Arial"/>
                <a:ea typeface="Arial"/>
                <a:cs typeface="Arial"/>
              </a:rPr>
              <a:t>An example to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8E5D5-ACB0-4520-B4CE-AF8169B5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7E4DA"/>
                </a:solidFill>
                <a:latin typeface="Arial"/>
                <a:ea typeface="Arial"/>
                <a:cs typeface="Arial"/>
              </a:rPr>
              <a:t>Sample notes → proposed actions → human review → team handoff</a:t>
            </a:r>
          </a:p>
        </p:txBody>
      </p:sp>
    </p:spTree>
    <p:extLst>
      <p:ext uri="{BB962C8B-B14F-4D97-AF65-F5344CB8AC3E}">
        <p14:creationId xmlns:p14="http://schemas.microsoft.com/office/powerpoint/2010/main" val="996654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B23B5-5608-4087-AE56-39EC430E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DE8B8"/>
                </a:solidFill>
                <a:latin typeface="Arial"/>
                <a:ea typeface="Arial"/>
                <a:cs typeface="Arial"/>
              </a:rPr>
              <a:t>04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13A54-962F-419B-A08B-F07222C1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2E7"/>
                </a:solidFill>
                <a:latin typeface="Arial"/>
                <a:ea typeface="Arial"/>
                <a:cs typeface="Arial"/>
              </a:rPr>
              <a:t>Evidence before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0A648-DD74-4D90-8965-99749C86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7E4DA"/>
                </a:solidFill>
                <a:latin typeface="Arial"/>
                <a:ea typeface="Arial"/>
                <a:cs typeface="Arial"/>
              </a:rPr>
              <a:t>Measure review time, missed actions and corrections in a small pilot. No results claimed yet.</a:t>
            </a:r>
          </a:p>
        </p:txBody>
      </p:sp>
    </p:spTree>
    <p:extLst>
      <p:ext uri="{BB962C8B-B14F-4D97-AF65-F5344CB8AC3E}">
        <p14:creationId xmlns:p14="http://schemas.microsoft.com/office/powerpoint/2010/main" val="1486069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2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8527-B1E5-4710-A6D0-8CD98CE5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DE8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DE8B8"/>
                </a:solidFill>
                <a:latin typeface="Arial"/>
                <a:ea typeface="Arial"/>
                <a:cs typeface="Arial"/>
              </a:rPr>
              <a:t>05 /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69CC3-5803-4A44-8AA8-24F25265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5F2E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2E7"/>
                </a:solidFill>
                <a:latin typeface="Arial"/>
                <a:ea typeface="Arial"/>
                <a:cs typeface="Arial"/>
              </a:rPr>
              <a:t>Approve a small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D141A-DC98-4CA5-B2C5-94055B3F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00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7E4D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7E4DA"/>
                </a:solidFill>
                <a:latin typeface="Arial"/>
                <a:ea typeface="Arial"/>
                <a:cs typeface="Arial"/>
              </a:rPr>
              <a:t>Choose an owner and reviewer, agree the destination, and define the evaluation method.</a:t>
            </a:r>
          </a:p>
        </p:txBody>
      </p:sp>
    </p:spTree>
    <p:extLst>
      <p:ext uri="{BB962C8B-B14F-4D97-AF65-F5344CB8AC3E}">
        <p14:creationId xmlns:p14="http://schemas.microsoft.com/office/powerpoint/2010/main" val="580375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2026-10-18T04:46:21.8250000Z</dcterms:created>
  <dcterms:modified xsi:type="dcterms:W3CDTF">2026-10-18T04:46:21.8250000Z</dcterms:modified>
</coreProperties>
</file>